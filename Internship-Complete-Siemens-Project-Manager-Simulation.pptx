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Outfit"/>
      <p:regular r:id="rId201316"/>
    </p:embeddedFont>
    <p:embeddedFont>
      <p:font typeface="Outfit Bold"/>
      <p:regular r:id="rId201317"/>
    </p:embeddedFont>
    <p:embeddedFont>
      <p:font typeface="Outfit ExtraBold"/>
      <p:regular r:id="rId201318"/>
    </p:embeddedFont>
    <p:embeddedFont>
      <p:font typeface="Outfi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Internship Complete: Siemens Project Manager Simulation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Job Simulation · August 2026 · Project Management Track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Challenge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3483"/>
            <a:ext cx="6296860" cy="14423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17278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Cross-Functional Complexity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21365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Urban rail expansion project demanding coordination across engineering, environmental, and community teams simultaneously.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44838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35924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Multi-Dimensional KPIs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77479" y="376793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Tasked with developing performance indicators spanning technical feasibility, sustainability, and community impact.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76192"/>
            <a:ext cx="6296860" cy="14423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7479" y="49906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Real-World Complexity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7479" y="539928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Project management challenges modeled on live infrastructure programmes — not simulated simplicity.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9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KPI Development: Technical Feasibility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610122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Construction Schedule Adherence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389684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Tracked milestone completion rates against baseline timelines to surface schedule risk before it cascaded into cost overruns or integration failures.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032251" y="3859212"/>
            <a:ext cx="3504219" cy="25400"/>
          </a:xfrm>
          <a:prstGeom prst="roundRect">
            <a:avLst>
              <a:gd name="adj" fmla="val 49999"/>
            </a:avLst>
          </a:prstGeom>
          <a:solidFill>
            <a:srgbClr val="2A2742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032251" y="4144466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Systems Integration Readiness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032251" y="4628753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 critical interface verification progress across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signaling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power supply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communications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ensuring interoperability before commissioning.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24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KPI Development: Sustainability &amp; Community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61159"/>
            <a:ext cx="3496877" cy="2304355"/>
          </a:xfrm>
          <a:prstGeom prst="roundRect">
            <a:avLst>
              <a:gd name="adj" fmla="val 344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956520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🌿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Embodied Carbon Intensity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660477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Normalized greenhouse gas emissions per km of track, driving low-carbon material selection across the supply chain.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761159"/>
            <a:ext cx="3496877" cy="2304355"/>
          </a:xfrm>
          <a:prstGeom prst="roundRect">
            <a:avLst>
              <a:gd name="adj" fmla="val 344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95652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🚗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Modal Shift Impact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365202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Quantified passenger car reduction attributable to the new rail corridor, benchmarked against city-wide green transport targets.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761159"/>
            <a:ext cx="3496877" cy="2304355"/>
          </a:xfrm>
          <a:prstGeom prst="roundRect">
            <a:avLst>
              <a:gd name="adj" fmla="val 344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95652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Community Engagement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365202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 satisfaction scores and accessibility improvements for priority populations along the corridor.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Dashboard Management Skills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297436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Managing a live project dashboard required more than data entry — it demanded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analytical thinking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clear visual communication.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221058" y="3578721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Synthesized multi-dimensional data into actionable performance metrics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Designed tracking systems for real-time visibility and early warning signals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Communicated complex technical and sustainability data to diverse stakeholders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0098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Project Management Learnings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16574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4251" y="220116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847608" y="223063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Delays Are Never Isolated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847608" y="263931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Cascading construction delays impact cost, schedule, and system integration simultaneously — early signals matter.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362217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4251" y="365760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47608" y="368706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Integration Is Everything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847608" y="4095750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Balancing technical delivery, environmental goals, and community acceptance requires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unified metrics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not siloed reporting.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50786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4251" y="51140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847608" y="514350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Transparency Builds Trust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847608" y="5552182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Early measurement and open visibility reduce risk exposure and build lasting stakeholder confidence.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10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Technical &amp; Career Growth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4974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KPI Design Mastery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Applied structured measurement frameworks to design KPIs that are meaningful, trackable, and decision-ready.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74974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Hands-On PM Tools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Gained practical experience with project management tools and data analysis workflows used in real infrastructure programmes.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74974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Stakeholder Alignment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Developed skills in translating technical complexity into clear narratives that align diverse stakeholders around shared goals.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26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What's Next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43484"/>
            <a:ext cx="6920831" cy="39218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99411" y="1457821"/>
            <a:ext cx="1996231" cy="255786"/>
          </a:xfrm>
          <a:prstGeom prst="roundRect">
            <a:avLst>
              <a:gd name="adj" fmla="val 22114"/>
            </a:avLst>
          </a:prstGeom>
          <a:solidFill>
            <a:srgbClr val="D7D2F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413" y="1518345"/>
            <a:ext cx="134636" cy="134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02318" y="1508323"/>
            <a:ext cx="2201907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READY TO CONTRIBUTE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999411" y="1773535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Apply the Frameworks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999411" y="2186484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Bring KPI methodology and performance tracking skills to real-world projects and operational challenges from day one.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999411" y="3161010"/>
            <a:ext cx="3537060" cy="19050"/>
          </a:xfrm>
          <a:prstGeom prst="roundRect">
            <a:avLst>
              <a:gd name="adj" fmla="val 49999"/>
            </a:avLst>
          </a:prstGeom>
          <a:solidFill>
            <a:srgbClr val="2A2742">
              <a:alpha val="5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7999411" y="3390801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Deepen the Expertise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999411" y="3803749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Continue building capability in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project controls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risk management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data-driven decision-making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9411" y="4778276"/>
            <a:ext cx="3537060" cy="19050"/>
          </a:xfrm>
          <a:prstGeom prst="roundRect">
            <a:avLst>
              <a:gd name="adj" fmla="val 49999"/>
            </a:avLst>
          </a:prstGeom>
          <a:solidFill>
            <a:srgbClr val="2A2742">
              <a:alpha val="5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7999411" y="5008066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Ready for Scale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999411" y="5421015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Prepared to contribute meaningfully to complex, multi-stakeholder initiatives where integrated thinking drives results.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2026-08-30T15:50:36Z</dcterms:created>
  <dcterms:modified xsi:type="dcterms:W3CDTF">2026-08-30T15:50:36Z</dcterms:modified>
</cp:coreProperties>
</file>